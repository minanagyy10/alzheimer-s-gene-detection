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2743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1887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21031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30175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39319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2743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11887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21031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30175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39319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743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1887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031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0175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9319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2743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1887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21031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30175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39319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2743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1887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21031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30175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39319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743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11887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1031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30175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3931920"/>
            <a:ext cx="73152" cy="73152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1645920" cy="164592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457200" y="640080"/>
            <a:ext cx="2194560" cy="347472"/>
          </a:xfrm>
          <a:prstGeom prst="roundRect">
            <a:avLst>
              <a:gd name="adj" fmla="val 39474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640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DS307 · Bioinformatics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1143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Bio-Forget</a:t>
            </a:r>
            <a:endParaRPr lang="en-US" sz="6400" dirty="0"/>
          </a:p>
        </p:txBody>
      </p:sp>
      <p:sp>
        <p:nvSpPr>
          <p:cNvPr id="37" name="Text 34"/>
          <p:cNvSpPr/>
          <p:nvPr/>
        </p:nvSpPr>
        <p:spPr>
          <a:xfrm>
            <a:off x="457200" y="233172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Privacy-Preserving Disease Detection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via Machine Unlearning on Genomic Sequences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457200" y="3429000"/>
            <a:ext cx="50292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Prof. Dr. Sahar Ghanem  </a:t>
            </a:r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 |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Spring 2025–2026  </a:t>
            </a:r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 |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  Deadline: April 24, 2026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5720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Team of 10  ·  AI &amp; 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Problem Statement &amp; Motivation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1325880"/>
            <a:ext cx="411480" cy="41148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10515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Dataset Generation &amp; GDPR Compliance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4028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514600"/>
            <a:ext cx="411480" cy="41148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224028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System Architecture &amp; Workflow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2402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24028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2514600"/>
            <a:ext cx="411480" cy="41148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224028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Team Distribution &amp; Roles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42900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703320"/>
            <a:ext cx="411480" cy="41148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34290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Machine Unlearning — SISA Algorithm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429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429000"/>
            <a:ext cx="6400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3703320"/>
            <a:ext cx="411480" cy="41148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34290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Privacy Verification (MIA)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05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Disease Detection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138988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</a:rPr>
              <a:t>AI models trained on raw DNA (FASTA) to detect Alzheimer's-related mutations (APOE4 SNPs).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2402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Right to Be Forgotten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05840" y="262432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</a:rPr>
              <a:t>GDPR mandates patients can request deletion of their data from trained models.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2044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34747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The Challenge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005840" y="385876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</a:rPr>
              <a:t>Full model retraining is expensive. We need selective, efficient removal.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852160" y="457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Key Question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35040" y="914400"/>
            <a:ext cx="27432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760720" y="10972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Can we make an AI model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"forget" a patient's genetic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data without retraining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from scratch?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200400"/>
            <a:ext cx="1097280" cy="10972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60720" y="4343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GDPR Art. 17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</a:rPr>
              <a:t>Simulated Alzheimer's Genomic Data — Biopython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20240" cy="1051560"/>
          </a:xfrm>
          <a:prstGeom prst="rect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2,000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Patient Sequences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234440"/>
            <a:ext cx="1920240" cy="1051560"/>
          </a:xfrm>
          <a:prstGeom prst="rect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325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150 bp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1460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Sequence Length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1920240" cy="1051560"/>
          </a:xfrm>
          <a:prstGeom prst="rect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325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 / 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AD / Control Split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234440"/>
            <a:ext cx="1920240" cy="1051560"/>
          </a:xfrm>
          <a:prstGeom prst="rect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325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85%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1228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Marker Injection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64008" cy="2103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420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Alzheimer's Markers (APOE4)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APOE4_rs429358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3063240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30632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TCCG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06324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063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Pathogenic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APOE4_rs7412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3566160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566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CTCA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356616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566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Pathogenic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46888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468880"/>
            <a:ext cx="64008" cy="2103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5420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Generation Pipeline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29443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Start from 150 bp Reference Genome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33284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Add 2–8 random benign SNPs (all samples)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7124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Inject APOE4 markers at random positions (AD only)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0965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4.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Run alignment → count variants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4480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5.  </a:t>
            </a:r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Save FASTA + GDPR JSON registry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</a:rPr>
              <a:t>From Raw DNA to Privacy-Verified Unlearned Model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69494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Distribution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Focus A — Data Engineering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76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FASTA Parsing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8105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High-speed parser for large .fasta files (Biopython)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313432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7802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3591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Sequence Alignment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60120" y="2660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BLAST/Bowtie2 mapping to reference genome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3163824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2841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2095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K-mer Extraction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0120" y="35112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Convert DNA → numerical vectors for AI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65760" y="4014216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7880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40599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Database Indexing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60120" y="43616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Track patient → shard contribution for fast deletion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754880" y="914400"/>
            <a:ext cx="40233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75488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Focus B — AI &amp; Unlearning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754880" y="14630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62763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4924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Model Development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349240" y="18105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CNN / Transformer for disease classification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754880" y="2313432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478024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49240" y="23591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SISA Unlearning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349240" y="2660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Sharded modular deletion without full retraining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754880" y="3163824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328416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349240" y="32095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MIA Verification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5349240" y="351129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Membership Inference Attacks to confirm forgetting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4754880" y="4014216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178808"/>
            <a:ext cx="347472" cy="3474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349240" y="40599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Performance Metrics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5349240" y="43616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Speed &amp; accuracy: Unlearning vs. Retraining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097280"/>
            <a:ext cx="411480" cy="41148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0149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Mohamed Amer Abdelmohsen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441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ID: 202201355  ·  D1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64608" y="109728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49240" y="10149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Ahmed Osama Fouad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3441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ID: 202201777  ·  D4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764792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1901952"/>
            <a:ext cx="411480" cy="41148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18196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Mohamed Hady Mekky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148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ID: 202201773  ·  D1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764792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64608" y="1901952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18196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Ibrahim Hamdy Mohammed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2148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ID: 202201717  ·  D6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569464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2706624"/>
            <a:ext cx="411480" cy="41148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2624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Mina Nagy Sobhy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29535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ID: 202200992  ·  D1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569464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64608" y="2706624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2624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Karim El Sayed Khamis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29535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ID: 202301130  ·  D4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374136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" y="3511296"/>
            <a:ext cx="411480" cy="41148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3429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Kamal Mohamed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" y="37581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ID: 202201723  ·  D1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374136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64608" y="3511296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49240" y="3429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Mohamed Amir Ashour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49240" y="37581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ID: 202202598  ·  D2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178808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" y="4315968"/>
            <a:ext cx="411480" cy="411480"/>
          </a:xfrm>
          <a:prstGeom prst="ellipse">
            <a:avLst/>
          </a:prstGeom>
          <a:solidFill>
            <a:srgbClr val="0E5A8A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60120" y="4233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Mohamed Ahmed Mostafa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60120" y="45628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ID: 202200992  ·  D1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4178808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64608" y="4315968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E2EC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49240" y="4233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Marwan Magdy Ashour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49240" y="45628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ID: 202201641  ·  D1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SISA Machine Unlearning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</a:rPr>
              <a:t>Sharded · Isolated · Sliced · Aggregated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66928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02920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</a:rPr>
              <a:t>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136245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Sharded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733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F"/>
                </a:solidFill>
              </a:rPr>
              <a:t>Dataset split into independent shards; each trained separately.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566928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21992"/>
            <a:ext cx="502920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2199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</a:rPr>
              <a:t>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1560" y="22585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Isolated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56946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F"/>
                </a:solidFill>
              </a:rPr>
              <a:t>Shards are fully isolated — no cross-contamination of patient data.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18104"/>
            <a:ext cx="566928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18104"/>
            <a:ext cx="502920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1810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</a:rPr>
              <a:t>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51560" y="3154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Sliced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46557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F"/>
                </a:solidFill>
              </a:rPr>
              <a:t>Each shard split into time slices for granular rollback.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14216"/>
            <a:ext cx="566928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14216"/>
            <a:ext cx="502920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1421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</a:rPr>
              <a:t>A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51560" y="40507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Aggregated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3616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7FF"/>
                </a:solidFill>
              </a:rPr>
              <a:t>Shard models aggregated into a final ensemble for inference.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457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Why SISA?</a:t>
            </a:r>
            <a:endParaRPr lang="en-US" sz="14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051560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949440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 full retraining required</a:t>
            </a:r>
            <a:endParaRPr lang="en-US" sz="11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320040" cy="3200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949440" y="1783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O(1/n) time complexity</a:t>
            </a:r>
            <a:endParaRPr lang="en-US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606040"/>
            <a:ext cx="320040" cy="32004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949440" y="2560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Maintains model accuracy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383280"/>
            <a:ext cx="320040" cy="3200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49440" y="3337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Audit-ready &amp; GDPR compliant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Verification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</a:rPr>
              <a:t>Membership Inference Attack (MIA) — Proving the Model Forgot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" cy="3474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98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What is MIA?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A Membership Inference Attack tests whether a specific data point was used in training a model.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If the model was properly unlearned, it should respond to the deleted patient's data as if it had never seen it — just like data outside its training set.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931920"/>
            <a:ext cx="822960" cy="822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234440"/>
            <a:ext cx="64008" cy="3474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298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Verification Outcome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937760" y="1828800"/>
            <a:ext cx="3566160" cy="1097280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❌  Model Still Memorized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221284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MIA confidence &gt; threshold → data NOT forgotten → unlearning failed.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3108960"/>
            <a:ext cx="3566160" cy="109728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✅  Model Successfully Forgot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37760" y="349300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MIA confidence ≈ random guess → patient data erased → GDPR satisfied.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18872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19456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20040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20624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8288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18872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19456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320040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420624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8288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18872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219456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320040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420624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18288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118872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219456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320040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420624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8288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18872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19456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20040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420624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18288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118872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219456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320040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420624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0" y="18288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118872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9440" y="219456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320040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0" y="420624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18288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118872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0" y="219456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46720" y="320040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0" y="4206240"/>
            <a:ext cx="54864" cy="54864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0" y="731520"/>
            <a:ext cx="6400800" cy="3749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868680"/>
            <a:ext cx="822960" cy="82296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371600" y="1691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Bio-Forget</a:t>
            </a:r>
            <a:endParaRPr lang="en-US" sz="5200" dirty="0"/>
          </a:p>
        </p:txBody>
      </p:sp>
      <p:sp>
        <p:nvSpPr>
          <p:cNvPr id="45" name="Text 42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6B6D4"/>
                </a:solidFill>
              </a:rPr>
              <a:t>Privacy-Preserving Genomic AI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2743200" y="2926080"/>
            <a:ext cx="36576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645920" y="3108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SISA Unlearning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Efficient &amp; modular deletion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645920" y="34564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MIA Verification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Proof of forgetting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1645920" y="380390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GDPR Compliance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Right to be forgotten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1371600" y="4160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Bio-Forget</dc:title>
  <dc:subject>PptxGenJS Presentation</dc:subject>
  <dc:creator>PptxGenJS</dc:creator>
  <cp:lastModifiedBy>PptxGenJS</cp:lastModifiedBy>
  <cp:revision>1</cp:revision>
  <dcterms:created xsi:type="dcterms:W3CDTF">2026-04-24T20:58:36Z</dcterms:created>
  <dcterms:modified xsi:type="dcterms:W3CDTF">2026-04-24T20:58:36Z</dcterms:modified>
</cp:coreProperties>
</file>